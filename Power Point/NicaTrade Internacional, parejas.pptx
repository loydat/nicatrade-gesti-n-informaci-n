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NI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Distribución de Importaciones por Categoría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Hoja1!$A$2:$A$8</c:f>
              <c:strCache>
                <c:ptCount val="7"/>
                <c:pt idx="0">
                  <c:v>Accesorios</c:v>
                </c:pt>
                <c:pt idx="1">
                  <c:v>Alimentos</c:v>
                </c:pt>
                <c:pt idx="2">
                  <c:v>Tecnología</c:v>
                </c:pt>
                <c:pt idx="3">
                  <c:v>hogar</c:v>
                </c:pt>
                <c:pt idx="4">
                  <c:v>Oficina</c:v>
                </c:pt>
                <c:pt idx="5">
                  <c:v>Limpieza</c:v>
                </c:pt>
                <c:pt idx="6">
                  <c:v>Bebidas</c:v>
                </c:pt>
              </c:strCache>
            </c:strRef>
          </c:cat>
          <c:val>
            <c:numRef>
              <c:f>Hoja1!$B$2:$B$8</c:f>
              <c:numCache>
                <c:formatCode>General</c:formatCode>
                <c:ptCount val="7"/>
                <c:pt idx="0">
                  <c:v>9642</c:v>
                </c:pt>
                <c:pt idx="1">
                  <c:v>9464</c:v>
                </c:pt>
                <c:pt idx="2">
                  <c:v>6403.75</c:v>
                </c:pt>
                <c:pt idx="3">
                  <c:v>4945.5</c:v>
                </c:pt>
                <c:pt idx="4">
                  <c:v>3803.5</c:v>
                </c:pt>
                <c:pt idx="5">
                  <c:v>3438.5</c:v>
                </c:pt>
                <c:pt idx="6">
                  <c:v>2661.75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BF-41D2-95F6-77C35327CD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NI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NI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666D32-34A4-420C-94DA-C4645F664C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6B2C5D-1059-4275-B29B-84B3C69B0D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1E7AED-D2CE-4179-B690-D8712D619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104F-1514-42E7-B8F3-F74B1FA0E9B0}" type="datetimeFigureOut">
              <a:rPr lang="es-NI" smtClean="0"/>
              <a:t>18/9/2026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5E66A5-ED0B-4109-92BF-339C6290A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602909-1E81-41EB-B767-A137D63F2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EB0A0-38BD-4C8A-88C8-E559F14AAD8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167393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28D34-5C30-4EFF-8BAA-3807E48D1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4F8464-6149-4796-8E75-B32F00711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71544F-31F5-4D52-AB5A-E1BDBFDC7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104F-1514-42E7-B8F3-F74B1FA0E9B0}" type="datetimeFigureOut">
              <a:rPr lang="es-NI" smtClean="0"/>
              <a:t>18/9/2026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D9E189-34BC-4B84-8D69-2B0A1554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E35167-4B01-45EC-93D4-7D2487A2A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EB0A0-38BD-4C8A-88C8-E559F14AAD8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067528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1D847B-516C-4831-934B-7CA43482E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FD3ECE-C6B8-4BE2-A066-1BDF72616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82C2D6-F437-48A3-BDA1-C7A226250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104F-1514-42E7-B8F3-F74B1FA0E9B0}" type="datetimeFigureOut">
              <a:rPr lang="es-NI" smtClean="0"/>
              <a:t>18/9/2026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F76A06-AFD2-4CF8-874F-591BEDBA3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AE2A3E-3F07-49A5-9A9C-278F0FD2F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EB0A0-38BD-4C8A-88C8-E559F14AAD8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86772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9B622E-835C-4BEE-9D87-1FFFCF2CD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9BB100-1605-4F07-8726-A3430D2740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82BD254-BD4D-4FAF-AB99-BE7FC1EA5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FACF1C9-925F-4B8E-B914-F775F3BD7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104F-1514-42E7-B8F3-F74B1FA0E9B0}" type="datetimeFigureOut">
              <a:rPr lang="es-NI" smtClean="0"/>
              <a:t>18/9/2026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49F771-3039-441E-AE13-0F7298CC8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B998FC1-9BB6-40B6-BE8B-BAC9FA7CA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EB0A0-38BD-4C8A-88C8-E559F14AAD8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800119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7907EC-0183-48C3-809C-5AFEA8273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9F92DC-6564-4062-BE86-B782DEF50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348559E-E34F-4D9B-9561-C2901BBB2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EFEFFFC-6900-466C-9FE9-D26ED51CE1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8BFB414-AF5E-4315-BAC0-250BDE7717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EF2E344-FC55-4D69-A895-B8495B2F0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104F-1514-42E7-B8F3-F74B1FA0E9B0}" type="datetimeFigureOut">
              <a:rPr lang="es-NI" smtClean="0"/>
              <a:t>18/9/2026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340AA3A-9BE0-4D4C-8B29-3EA83B074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E2371A3-A6BE-488F-9CA6-2E60EA663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EB0A0-38BD-4C8A-88C8-E559F14AAD8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880023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E38753-2DE8-4C33-8DCF-E36C50ED3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3D2B8EF-6D2F-42D0-8FD7-8C2152880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104F-1514-42E7-B8F3-F74B1FA0E9B0}" type="datetimeFigureOut">
              <a:rPr lang="es-NI" smtClean="0"/>
              <a:t>18/9/2026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072F011-686F-4503-B5EB-08119D454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791AD37-F491-4136-8DBE-35C5A3656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EB0A0-38BD-4C8A-88C8-E559F14AAD8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223736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81872C3-828B-490D-A497-82AE527FA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104F-1514-42E7-B8F3-F74B1FA0E9B0}" type="datetimeFigureOut">
              <a:rPr lang="es-NI" smtClean="0"/>
              <a:t>18/9/2026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82BC22D-94E8-4C90-A12B-922050E1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9E95C33-B8CC-44B0-ADBB-EACE36EBD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EB0A0-38BD-4C8A-88C8-E559F14AAD8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539253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EE7A0-CB1A-4FEA-8C82-4C4B2358D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93EAFF-3FAD-44B6-A5CE-D6583CE44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634796-A787-42E8-9298-651EB023E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FE3105-68FA-4AA0-B3FD-18AB42C1F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104F-1514-42E7-B8F3-F74B1FA0E9B0}" type="datetimeFigureOut">
              <a:rPr lang="es-NI" smtClean="0"/>
              <a:t>18/9/2026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D700FA-DBF4-4386-A47E-9A05DADD5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CBAA12-4CEF-40F5-9047-ACE7D435A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EB0A0-38BD-4C8A-88C8-E559F14AAD8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529769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364FBB-C8A0-44F2-B6F8-12BC6E91D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64ED5BB-FA6F-40B2-9B58-87951F41FD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00C5746-67F5-49CF-A366-37D1F55B5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381D2C-3684-4A30-9F18-BD3397DD3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104F-1514-42E7-B8F3-F74B1FA0E9B0}" type="datetimeFigureOut">
              <a:rPr lang="es-NI" smtClean="0"/>
              <a:t>18/9/2026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6FF4F8-6CFD-4788-A6DB-DB814FF9E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1355FA0-FFB9-4A66-B0FC-47DCAF24C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EB0A0-38BD-4C8A-88C8-E559F14AAD8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323349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FB6EE5-0DEC-43F6-BD2B-91581430F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C70C1BA-E9D8-4170-9402-1B40301C5F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783ABB-02CB-44A6-9AE8-E7A02EC38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104F-1514-42E7-B8F3-F74B1FA0E9B0}" type="datetimeFigureOut">
              <a:rPr lang="es-NI" smtClean="0"/>
              <a:t>18/9/2026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1ACEF7-8070-45AF-9966-D2A0F772D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7B8987-C46E-458B-B61D-9A3FE913A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EB0A0-38BD-4C8A-88C8-E559F14AAD8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540253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051302E-A877-4651-9BDF-5C012BC890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5179D66-C19F-449C-86DD-B938C3647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7228E8-E42E-4AE2-A971-27044108C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104F-1514-42E7-B8F3-F74B1FA0E9B0}" type="datetimeFigureOut">
              <a:rPr lang="es-NI" smtClean="0"/>
              <a:t>18/9/2026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557390-C4CA-46B7-990F-78CDF1C9E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D6C28F-48D4-426D-9375-4F153F418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EB0A0-38BD-4C8A-88C8-E559F14AAD8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054208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BA258D6-28E4-4EDF-940D-72CB4F562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834206-DF58-44CA-B9A1-353418591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88ECCA-FBDA-48FF-B00F-F6B911FF2E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B2104F-1514-42E7-B8F3-F74B1FA0E9B0}" type="datetimeFigureOut">
              <a:rPr lang="es-NI" smtClean="0"/>
              <a:t>18/9/2026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D0CE01-9696-4C0A-B2F8-A4E802DE52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75965A-1528-407B-92FD-0017B33F3F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BEB0A0-38BD-4C8A-88C8-E559F14AAD8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22982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8CB19C-5F17-4C12-8A61-5AB6FEF486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NI" dirty="0"/>
              <a:t>NicaTrade Internacional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E17544-DCEB-4C01-A328-89F9F96E4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8534400" cy="2449139"/>
          </a:xfrm>
        </p:spPr>
        <p:txBody>
          <a:bodyPr>
            <a:noAutofit/>
          </a:bodyPr>
          <a:lstStyle/>
          <a:p>
            <a:r>
              <a:rPr lang="es-NI" sz="1800" dirty="0"/>
              <a:t>Operación de importación.</a:t>
            </a:r>
          </a:p>
          <a:p>
            <a:r>
              <a:rPr lang="es-NI" sz="1800" dirty="0"/>
              <a:t>México → Nicaragua</a:t>
            </a:r>
          </a:p>
          <a:p>
            <a:endParaRPr lang="es-NI" sz="1800" dirty="0"/>
          </a:p>
          <a:p>
            <a:r>
              <a:rPr lang="es-NI" sz="1800" dirty="0"/>
              <a:t>Integrantes:</a:t>
            </a:r>
          </a:p>
          <a:p>
            <a:r>
              <a:rPr lang="es-NI" sz="1800" dirty="0"/>
              <a:t>Cherlin Tatiana Andrades Pineda</a:t>
            </a:r>
          </a:p>
          <a:p>
            <a:r>
              <a:rPr lang="es-NI" sz="1800" dirty="0"/>
              <a:t>Loyda Regina Torres Pineda</a:t>
            </a:r>
          </a:p>
        </p:txBody>
      </p:sp>
    </p:spTree>
    <p:extLst>
      <p:ext uri="{BB962C8B-B14F-4D97-AF65-F5344CB8AC3E}">
        <p14:creationId xmlns:p14="http://schemas.microsoft.com/office/powerpoint/2010/main" val="4114615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76AC0-5E73-43B7-9160-C0B186B2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dirty="0"/>
              <a:t>Empresa y operación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965B0F-F0CD-4926-921D-A4FEFC553C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7100" y="1452783"/>
            <a:ext cx="7904018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NI" altLang="es-N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NI" altLang="es-N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Actividad de la empresa: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NicaTrade International es una empresa nicaragüense dedicada a la importación y exportación de productos alimenticios y de consumo hacia diferentes mercados de Centroamérica.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NI" altLang="es-N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Operación analizada: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NI" altLang="es-N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Análisis de la operación d</a:t>
            </a: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 importación de mercancías (principalmente desde México y otros países de la región), gestionando un total de 50 productos registrados dentro de la base de datos comercial.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NI" altLang="es-N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Productos importados: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Variedad de artículos distribuidos en categorías tales como: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Alimentos (galletas, café, atún, salsa de tomate, etc.)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Bebidas (jugos, agua embotellada, té)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Productos de limpieza e higiene del hogar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Artículos de oficina y tecnología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Accesorios y artículos personales (mochilas, termos, gorras, lentes de sol,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NI" altLang="es-N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136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594D1-121B-4B52-94E5-F1C61AD31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dirty="0"/>
              <a:t>Resultados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DD54AC-12E2-4166-8389-0A6CBA45B4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0900" y="1552098"/>
            <a:ext cx="65405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NI" altLang="es-N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NI" altLang="es-N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de la operación:</a:t>
            </a: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$40,359.00 USD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NI" altLang="es-N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NI" altLang="es-N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Producto con mayor importe: </a:t>
            </a: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Mochilas ($1,912.50 USD)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NI" altLang="es-N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NI" altLang="es-N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Precio promedio</a:t>
            </a:r>
            <a:r>
              <a:rPr kumimoji="0" lang="es-NI" altLang="es-N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$7.74 USD por unidad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NI" altLang="es-N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NI" altLang="es-N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Distribución porcentual por categoría / Gráfico sencillo (circular):</a:t>
            </a: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28F94C6-182F-481A-8BED-3439FF6F19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3158293"/>
              </p:ext>
            </p:extLst>
          </p:nvPr>
        </p:nvGraphicFramePr>
        <p:xfrm>
          <a:off x="812800" y="3145367"/>
          <a:ext cx="4902200" cy="28236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25609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2A36D-53C3-449B-BAC0-A059DF58E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dirty="0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B2F54A-A8CA-462A-88B7-8923D16C3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rtl="0">
              <a:buNone/>
            </a:pPr>
            <a:r>
              <a:rPr lang="es-MX" sz="2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Resultado principal:</a:t>
            </a:r>
          </a:p>
          <a:p>
            <a:pPr marL="0" indent="0" rtl="0">
              <a:buNone/>
            </a:pPr>
            <a:r>
              <a:rPr lang="es-MX" sz="2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 operación total de importación asciende a $40,359.00 USD abarcando 50 productos diversificados, identificando que los accesorios y la tecnología concentran los mayores importes individuales (como las mochilas con $1,912.50 USD), manteniendo un precio unitario promedio accesible de $7.74 USD.</a:t>
            </a:r>
          </a:p>
          <a:p>
            <a:pPr marL="0" indent="0" rtl="0">
              <a:buNone/>
            </a:pPr>
            <a:r>
              <a:rPr lang="es-MX" sz="2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Importancia del análisis:</a:t>
            </a:r>
          </a:p>
          <a:p>
            <a:pPr marL="0" indent="0" rtl="0">
              <a:buNone/>
            </a:pPr>
            <a:r>
              <a:rPr lang="es-MX" sz="2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Permite tomar decisiones informadas que optimizan los recursos y minimizan los riesgos financieros. Conocer el importe total y el volumen asegura la viabilidad presupuestaria y una correcta planificación, facilitando además la negociación y el control de costos.</a:t>
            </a:r>
          </a:p>
          <a:p>
            <a:pPr marL="0" indent="0" rtl="0">
              <a:buNone/>
            </a:pPr>
            <a:r>
              <a:rPr lang="es-MX" sz="2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Importancia de gestionar digitalmente la información:</a:t>
            </a:r>
          </a:p>
          <a:p>
            <a:pPr marL="0" indent="0" rtl="0">
              <a:buNone/>
            </a:pPr>
            <a:r>
              <a:rPr lang="es-MX" sz="2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Ante los problemas actuales de NicaTrade (información dispersa en computadoras, correos y USBs, duplicidad, dificultad para localizar documentos y riesgo de pérdida), implementar una gestión digital centralizada aportará una estructura documental común, orden, seguridad y agilidad para compartir archivos entre los equipos de trabajo.</a:t>
            </a:r>
          </a:p>
          <a:p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23637629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360</Words>
  <Application>Microsoft Office PowerPoint</Application>
  <PresentationFormat>Panorámica</PresentationFormat>
  <Paragraphs>32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Tema de Office</vt:lpstr>
      <vt:lpstr>NicaTrade Internacional</vt:lpstr>
      <vt:lpstr>Empresa y operación</vt:lpstr>
      <vt:lpstr>Resultados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NicaTrade Internacional</dc:title>
  <dc:creator>Tatiana Andrade</dc:creator>
  <cp:lastModifiedBy>Tatiana Andrade</cp:lastModifiedBy>
  <cp:revision>5</cp:revision>
  <dcterms:created xsi:type="dcterms:W3CDTF">2026-09-19T01:43:20Z</dcterms:created>
  <dcterms:modified xsi:type="dcterms:W3CDTF">2026-09-19T02:43:19Z</dcterms:modified>
</cp:coreProperties>
</file>